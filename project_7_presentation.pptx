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$13.22M</a:t>
            </a:r>
          </a:p>
          <a:p>
            <a:r>
              <a:t>Orders: 110K</a:t>
            </a:r>
          </a:p>
          <a:p>
            <a:r>
              <a:t>AOV: $159.83</a:t>
            </a:r>
          </a:p>
          <a:p/>
          <a:p>
            <a:r>
              <a:t>Performance varies across regions, categories, and customer experience.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Concentration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São Paulo: $5.07M (38%)</a:t>
            </a:r>
          </a:p>
          <a:p>
            <a:r>
              <a:t>Next states ~ $1.5M</a:t>
            </a:r>
          </a:p>
          <a:p/>
          <a:p>
            <a:r>
              <a:t>Heavy dependency on one region → growth risk.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 vs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Seller concentration (SP): 19.9%</a:t>
            </a:r>
          </a:p>
          <a:p>
            <a:r>
              <a:t>Customer concentration (SP): 14%</a:t>
            </a:r>
          </a:p>
          <a:p/>
          <a:p>
            <a:r>
              <a:t>Supply more centralized than demand → inefficiency.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revenue: Health &amp; Beauty ($1.23M)</a:t>
            </a:r>
          </a:p>
          <a:p>
            <a:r>
              <a:t>Top volume: Bed_bath_table (10,953 orders)</a:t>
            </a:r>
          </a:p>
          <a:p/>
          <a:p>
            <a:r>
              <a:t>Volume ≠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10 categories ≈ 60%+ revenue</a:t>
            </a:r>
          </a:p>
          <a:p/>
          <a:p>
            <a:r>
              <a:t>Moderate concentration, diversified portfolio.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Freight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AOV with freight: $159.83</a:t>
            </a:r>
          </a:p>
          <a:p>
            <a:r>
              <a:t>Without freight: $137</a:t>
            </a:r>
          </a:p>
          <a:p/>
          <a:p>
            <a:r>
              <a:t>~15% impact on spending.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Ratings range: 2.5 → 5.0</a:t>
            </a:r>
          </a:p>
          <a:p/>
          <a:p>
            <a:r>
              <a:t>Inconsistent experience across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penetration + low revenue per capita states</a:t>
            </a:r>
          </a:p>
          <a:p/>
          <a:p>
            <a:r>
              <a:t>Biggest growth opportunity lies outside SP.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1,537 products missing categories</a:t>
            </a:r>
          </a:p>
          <a:p>
            <a:r>
              <a:t>Delivery timestamp inconsistencies</a:t>
            </a:r>
          </a:p>
          <a:p/>
          <a:p>
            <a:r>
              <a:t>Affects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Expand outside SP</a:t>
            </a:r>
          </a:p>
          <a:p>
            <a:r>
              <a:t>Improve low-rated categories</a:t>
            </a:r>
          </a:p>
          <a:p>
            <a:r>
              <a:t>Decentralize sellers</a:t>
            </a:r>
          </a:p>
          <a:p>
            <a:r>
              <a:t>Optimize freight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